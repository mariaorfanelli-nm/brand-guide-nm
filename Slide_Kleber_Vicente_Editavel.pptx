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com fundo fiel ao HTML/CSS e textos editáveis.</a:t>
            </a:r>
          </a:p>
          <a:p>
            <a:r>
              <a:t>Para máxima fidelidade no PowerPoint, instale as famílias Outfit e Urbanist.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renderizado HTML" descr="kleber-slide-purple-background-1600x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eção"/>
          <p:cNvSpPr txBox="1"/>
          <p:nvPr/>
        </p:nvSpPr>
        <p:spPr>
          <a:xfrm>
            <a:off x="850392" y="105156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200" b="1">
                <a:solidFill>
                  <a:srgbClr val="EF476F"/>
                </a:solidFill>
                <a:latin typeface="Outfit"/>
              </a:rPr>
              <a:t>ENCERRAMENTO</a:t>
            </a:r>
            <a:endParaRPr lang="pt-BR" sz="1200"/>
          </a:p>
        </p:txBody>
      </p:sp>
      <p:sp>
        <p:nvSpPr>
          <p:cNvPr id="4" name="Agradecimento"/>
          <p:cNvSpPr txBox="1"/>
          <p:nvPr/>
        </p:nvSpPr>
        <p:spPr>
          <a:xfrm>
            <a:off x="850392" y="1572768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6600" b="0">
                <a:solidFill>
                  <a:srgbClr val="FFFFFC"/>
                </a:solidFill>
                <a:latin typeface="Outfit"/>
              </a:rPr>
              <a:t>Obrigado.</a:t>
            </a:r>
            <a:endParaRPr lang="pt-BR" sz="6600"/>
          </a:p>
        </p:txBody>
      </p:sp>
      <p:sp>
        <p:nvSpPr>
          <p:cNvPr id="5" name="Nome"/>
          <p:cNvSpPr txBox="1"/>
          <p:nvPr/>
        </p:nvSpPr>
        <p:spPr>
          <a:xfrm>
            <a:off x="850392" y="278892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FFFFC"/>
                </a:solidFill>
                <a:latin typeface="Outfit"/>
              </a:rPr>
              <a:t>Kleber Edurado Vicente dos Santos</a:t>
            </a:r>
            <a:endParaRPr lang="pt-BR" sz="1500"/>
          </a:p>
        </p:txBody>
      </p:sp>
      <p:sp>
        <p:nvSpPr>
          <p:cNvPr id="6" name="Cargo"/>
          <p:cNvSpPr txBox="1"/>
          <p:nvPr/>
        </p:nvSpPr>
        <p:spPr>
          <a:xfrm>
            <a:off x="850392" y="3145536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000" b="1">
                <a:solidFill>
                  <a:srgbClr val="C8C0CD"/>
                </a:solidFill>
                <a:latin typeface="Outfit"/>
              </a:rPr>
              <a:t>Head de Inovação, Produtos e</a:t>
            </a:r>
            <a:endParaRPr lang="pt-BR" sz="100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000" b="1">
                <a:solidFill>
                  <a:srgbClr val="C8C0CD"/>
                </a:solidFill>
                <a:latin typeface="Outfit"/>
              </a:rPr>
              <a:t>Desenvolvimento de Negócios</a:t>
            </a:r>
            <a:endParaRPr lang="pt-BR" sz="1000"/>
          </a:p>
        </p:txBody>
      </p:sp>
      <p:sp>
        <p:nvSpPr>
          <p:cNvPr id="7" name="Rótulo e-mail"/>
          <p:cNvSpPr txBox="1"/>
          <p:nvPr/>
        </p:nvSpPr>
        <p:spPr>
          <a:xfrm>
            <a:off x="850392" y="4187952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800" b="1">
                <a:solidFill>
                  <a:srgbClr val="EF476F"/>
                </a:solidFill>
                <a:latin typeface="Outfit"/>
              </a:rPr>
              <a:t>E-MAIL</a:t>
            </a:r>
            <a:endParaRPr lang="pt-BR" sz="800"/>
          </a:p>
        </p:txBody>
      </p:sp>
      <p:sp>
        <p:nvSpPr>
          <p:cNvPr id="8" name="E-mail"/>
          <p:cNvSpPr txBox="1"/>
          <p:nvPr/>
        </p:nvSpPr>
        <p:spPr>
          <a:xfrm>
            <a:off x="850392" y="4443984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FFFFFC"/>
                </a:solidFill>
                <a:latin typeface="Outfit"/>
              </a:rPr>
              <a:t>nome@empresa.com</a:t>
            </a:r>
            <a:endParaRPr lang="pt-BR" sz="1000"/>
          </a:p>
        </p:txBody>
      </p:sp>
      <p:sp>
        <p:nvSpPr>
          <p:cNvPr id="9" name="Rótulo telefone"/>
          <p:cNvSpPr txBox="1"/>
          <p:nvPr/>
        </p:nvSpPr>
        <p:spPr>
          <a:xfrm>
            <a:off x="3246120" y="4187952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800" b="1">
                <a:solidFill>
                  <a:srgbClr val="EF476F"/>
                </a:solidFill>
                <a:latin typeface="Outfit"/>
              </a:rPr>
              <a:t>TELEFONE</a:t>
            </a:r>
            <a:endParaRPr lang="pt-BR" sz="800"/>
          </a:p>
        </p:txBody>
      </p:sp>
      <p:sp>
        <p:nvSpPr>
          <p:cNvPr id="10" name="Telefone"/>
          <p:cNvSpPr txBox="1"/>
          <p:nvPr/>
        </p:nvSpPr>
        <p:spPr>
          <a:xfrm>
            <a:off x="3246120" y="4443984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FFFFFC"/>
                </a:solidFill>
                <a:latin typeface="Outfit"/>
              </a:rPr>
              <a:t>+55 00 00000-0000</a:t>
            </a:r>
            <a:endParaRPr lang="pt-B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renderizado HTML" descr="kleber-slide-white-background-1600x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eção"/>
          <p:cNvSpPr txBox="1"/>
          <p:nvPr/>
        </p:nvSpPr>
        <p:spPr>
          <a:xfrm>
            <a:off x="804672" y="113385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200" b="1">
                <a:solidFill>
                  <a:srgbClr val="290241"/>
                </a:solidFill>
                <a:latin typeface="Outfit"/>
              </a:rPr>
              <a:t>ENCERRAMENTO</a:t>
            </a:r>
            <a:endParaRPr lang="pt-BR" sz="1200"/>
          </a:p>
        </p:txBody>
      </p:sp>
      <p:sp>
        <p:nvSpPr>
          <p:cNvPr id="4" name="Agradecimento"/>
          <p:cNvSpPr txBox="1"/>
          <p:nvPr/>
        </p:nvSpPr>
        <p:spPr>
          <a:xfrm>
            <a:off x="804672" y="166420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6500" b="0">
                <a:solidFill>
                  <a:srgbClr val="0F1108"/>
                </a:solidFill>
                <a:latin typeface="Outfit"/>
              </a:rPr>
              <a:t>Obrigado.</a:t>
            </a:r>
            <a:endParaRPr lang="pt-BR" sz="6500"/>
          </a:p>
        </p:txBody>
      </p:sp>
      <p:sp>
        <p:nvSpPr>
          <p:cNvPr id="5" name="Mensagem"/>
          <p:cNvSpPr txBox="1"/>
          <p:nvPr/>
        </p:nvSpPr>
        <p:spPr>
          <a:xfrm>
            <a:off x="804672" y="278892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625E63"/>
                </a:solidFill>
                <a:latin typeface="Outfit"/>
              </a:rPr>
              <a:t>Fico à disposição para continuarmos esta conversa.</a:t>
            </a:r>
            <a:endParaRPr lang="pt-BR" sz="1500"/>
          </a:p>
        </p:txBody>
      </p:sp>
      <p:sp>
        <p:nvSpPr>
          <p:cNvPr id="6" name="Rótulo e-mail"/>
          <p:cNvSpPr txBox="1"/>
          <p:nvPr/>
        </p:nvSpPr>
        <p:spPr>
          <a:xfrm>
            <a:off x="804672" y="4069080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800" b="1">
                <a:solidFill>
                  <a:srgbClr val="EF476F"/>
                </a:solidFill>
                <a:latin typeface="Outfit"/>
              </a:rPr>
              <a:t>E-MAIL</a:t>
            </a:r>
            <a:endParaRPr lang="pt-BR" sz="800"/>
          </a:p>
        </p:txBody>
      </p:sp>
      <p:sp>
        <p:nvSpPr>
          <p:cNvPr id="7" name="E-mail"/>
          <p:cNvSpPr txBox="1"/>
          <p:nvPr/>
        </p:nvSpPr>
        <p:spPr>
          <a:xfrm>
            <a:off x="804672" y="4325112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0F1108"/>
                </a:solidFill>
                <a:latin typeface="Outfit"/>
              </a:rPr>
              <a:t>nome@empresa.com</a:t>
            </a:r>
            <a:endParaRPr lang="pt-BR" sz="1000"/>
          </a:p>
        </p:txBody>
      </p:sp>
      <p:sp>
        <p:nvSpPr>
          <p:cNvPr id="8" name="Rótulo telefone"/>
          <p:cNvSpPr txBox="1"/>
          <p:nvPr/>
        </p:nvSpPr>
        <p:spPr>
          <a:xfrm>
            <a:off x="3246120" y="406908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800" b="1">
                <a:solidFill>
                  <a:srgbClr val="EF476F"/>
                </a:solidFill>
                <a:latin typeface="Outfit"/>
              </a:rPr>
              <a:t>TELEFONE</a:t>
            </a:r>
            <a:endParaRPr lang="pt-BR" sz="800"/>
          </a:p>
        </p:txBody>
      </p:sp>
      <p:sp>
        <p:nvSpPr>
          <p:cNvPr id="9" name="Telefone"/>
          <p:cNvSpPr txBox="1"/>
          <p:nvPr/>
        </p:nvSpPr>
        <p:spPr>
          <a:xfrm>
            <a:off x="3246120" y="432511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0F1108"/>
                </a:solidFill>
                <a:latin typeface="Outfit"/>
              </a:rPr>
              <a:t>+55 00 00000-0000</a:t>
            </a:r>
            <a:endParaRPr lang="pt-BR" sz="1000"/>
          </a:p>
        </p:txBody>
      </p:sp>
      <p:sp>
        <p:nvSpPr>
          <p:cNvPr id="10" name="Nome"/>
          <p:cNvSpPr txBox="1"/>
          <p:nvPr/>
        </p:nvSpPr>
        <p:spPr>
          <a:xfrm>
            <a:off x="7479792" y="5065776"/>
            <a:ext cx="3337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FFFFC"/>
                </a:solidFill>
                <a:latin typeface="Outfit"/>
              </a:rPr>
              <a:t>Kleber Edurado</a:t>
            </a:r>
            <a:endParaRPr lang="pt-BR" sz="150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FFFFC"/>
                </a:solidFill>
                <a:latin typeface="Outfit"/>
              </a:rPr>
              <a:t>Vicente dos Santos</a:t>
            </a:r>
            <a:endParaRPr lang="pt-BR" sz="1500"/>
          </a:p>
        </p:txBody>
      </p:sp>
      <p:sp>
        <p:nvSpPr>
          <p:cNvPr id="11" name="Cargo"/>
          <p:cNvSpPr txBox="1"/>
          <p:nvPr/>
        </p:nvSpPr>
        <p:spPr>
          <a:xfrm>
            <a:off x="7479792" y="5687568"/>
            <a:ext cx="3337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800" b="1">
                <a:solidFill>
                  <a:srgbClr val="EF476F"/>
                </a:solidFill>
                <a:latin typeface="Outfit"/>
              </a:rPr>
              <a:t>Head de Inovação, Produtos e</a:t>
            </a:r>
            <a:endParaRPr lang="pt-BR" sz="80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800" b="1">
                <a:solidFill>
                  <a:srgbClr val="EF476F"/>
                </a:solidFill>
                <a:latin typeface="Outfit"/>
              </a:rPr>
              <a:t>Desenvolvimento de Negócios</a:t>
            </a:r>
            <a:endParaRPr lang="pt-BR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 Slides — NeuralMind.ai — editável</dc:title>
  <dc:subject>Fundos fiéis ao HTML/CSS com caixas de texto editáveis</dc:subject>
  <dc:creator>NeuralMind.ai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