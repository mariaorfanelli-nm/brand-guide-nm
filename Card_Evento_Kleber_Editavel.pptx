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315200" cy="9144000" type="custom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com fundo fiel ao HTML/CSS e textos editáveis.</a:t>
            </a:r>
          </a:p>
          <a:p>
            <a:r>
              <a:t>Para máxima fidelidade no PowerPoint, instale as famílias Outfit e Urbanist.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undo renderizado HTML" descr="kleber-event-social-background-1080x13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315200" cy="9144000"/>
          </a:xfrm>
          <a:prstGeom prst="rect">
            <a:avLst/>
          </a:prstGeom>
        </p:spPr>
      </p:pic>
      <p:sp>
        <p:nvSpPr>
          <p:cNvPr id="3" name="Tipo"/>
          <p:cNvSpPr txBox="1"/>
          <p:nvPr/>
        </p:nvSpPr>
        <p:spPr>
          <a:xfrm>
            <a:off x="5879592" y="566928"/>
            <a:ext cx="868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200" b="1">
                <a:solidFill>
                  <a:srgbClr val="EF476F"/>
                </a:solidFill>
                <a:latin typeface="Outfit"/>
              </a:rPr>
              <a:t>EVENTO</a:t>
            </a:r>
            <a:endParaRPr lang="pt-BR" sz="1200"/>
          </a:p>
        </p:txBody>
      </p:sp>
      <p:sp>
        <p:nvSpPr>
          <p:cNvPr id="4" name="Data e horário"/>
          <p:cNvSpPr txBox="1"/>
          <p:nvPr/>
        </p:nvSpPr>
        <p:spPr>
          <a:xfrm>
            <a:off x="5230368" y="914400"/>
            <a:ext cx="1554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600" b="0">
                <a:solidFill>
                  <a:srgbClr val="FFFFFC"/>
                </a:solidFill>
                <a:latin typeface="Outfit"/>
              </a:rPr>
              <a:t>Data · horário</a:t>
            </a:r>
            <a:endParaRPr lang="pt-BR" sz="1600"/>
          </a:p>
        </p:txBody>
      </p:sp>
      <p:sp>
        <p:nvSpPr>
          <p:cNvPr id="5" name="Chamada"/>
          <p:cNvSpPr txBox="1"/>
          <p:nvPr/>
        </p:nvSpPr>
        <p:spPr>
          <a:xfrm>
            <a:off x="594360" y="443484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400" b="1">
                <a:solidFill>
                  <a:srgbClr val="EF476F"/>
                </a:solidFill>
                <a:latin typeface="Outfit"/>
              </a:rPr>
              <a:t>PARTICIPAÇÃO CONFIRMADA</a:t>
            </a:r>
            <a:endParaRPr lang="pt-BR" sz="1400"/>
          </a:p>
        </p:txBody>
      </p:sp>
      <p:sp>
        <p:nvSpPr>
          <p:cNvPr id="6" name="Tema"/>
          <p:cNvSpPr txBox="1"/>
          <p:nvPr/>
        </p:nvSpPr>
        <p:spPr>
          <a:xfrm>
            <a:off x="594360" y="4919472"/>
            <a:ext cx="50292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4000" b="0">
                <a:solidFill>
                  <a:srgbClr val="FFFFFC"/>
                </a:solidFill>
                <a:latin typeface="Outfit"/>
              </a:rPr>
              <a:t>Tema da</a:t>
            </a:r>
            <a:endParaRPr lang="pt-BR" sz="4000"/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4000" b="0">
                <a:solidFill>
                  <a:srgbClr val="FFFFFC"/>
                </a:solidFill>
                <a:latin typeface="Outfit"/>
              </a:rPr>
              <a:t>participação</a:t>
            </a:r>
            <a:endParaRPr lang="pt-BR" sz="4000"/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4000" b="0">
                <a:solidFill>
                  <a:srgbClr val="FFFFFC"/>
                </a:solidFill>
                <a:latin typeface="Outfit"/>
              </a:rPr>
              <a:t>no evento.</a:t>
            </a:r>
            <a:endParaRPr lang="pt-BR" sz="4000"/>
          </a:p>
        </p:txBody>
      </p:sp>
      <p:sp>
        <p:nvSpPr>
          <p:cNvPr id="7" name="Nome"/>
          <p:cNvSpPr txBox="1"/>
          <p:nvPr/>
        </p:nvSpPr>
        <p:spPr>
          <a:xfrm>
            <a:off x="594360" y="6839712"/>
            <a:ext cx="539496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2500" b="0">
                <a:solidFill>
                  <a:srgbClr val="FFFFFC"/>
                </a:solidFill>
                <a:latin typeface="Outfit"/>
              </a:rPr>
              <a:t>Kleber Edurado</a:t>
            </a:r>
            <a:endParaRPr lang="pt-BR" sz="2500"/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2500" b="0">
                <a:solidFill>
                  <a:srgbClr val="FFFFFC"/>
                </a:solidFill>
                <a:latin typeface="Outfit"/>
              </a:rPr>
              <a:t>Vicente dos Santos</a:t>
            </a:r>
            <a:endParaRPr lang="pt-BR" sz="2500"/>
          </a:p>
        </p:txBody>
      </p:sp>
      <p:sp>
        <p:nvSpPr>
          <p:cNvPr id="8" name="Cargo"/>
          <p:cNvSpPr txBox="1"/>
          <p:nvPr/>
        </p:nvSpPr>
        <p:spPr>
          <a:xfrm>
            <a:off x="594360" y="7552944"/>
            <a:ext cx="530352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200" b="1">
                <a:solidFill>
                  <a:srgbClr val="C8C0CD"/>
                </a:solidFill>
                <a:latin typeface="Outfit"/>
              </a:rPr>
              <a:t>HEAD DE INOVAÇÃO, PRODUTOS E</a:t>
            </a:r>
            <a:endParaRPr lang="pt-BR" sz="1200"/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200" b="1">
                <a:solidFill>
                  <a:srgbClr val="C8C0CD"/>
                </a:solidFill>
                <a:latin typeface="Outfit"/>
              </a:rPr>
              <a:t>DESENVOLVIMENTO DE NEGÓCIOS</a:t>
            </a:r>
            <a:endParaRPr lang="pt-BR" sz="1200"/>
          </a:p>
        </p:txBody>
      </p:sp>
      <p:sp>
        <p:nvSpPr>
          <p:cNvPr id="9" name="Evento e local"/>
          <p:cNvSpPr txBox="1"/>
          <p:nvPr/>
        </p:nvSpPr>
        <p:spPr>
          <a:xfrm>
            <a:off x="594360" y="8339327"/>
            <a:ext cx="5394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200" b="1">
                <a:solidFill>
                  <a:srgbClr val="C8C0CD"/>
                </a:solidFill>
                <a:latin typeface="Outfit"/>
              </a:rPr>
              <a:t>NOME DO EVENTO · LOCAL</a:t>
            </a:r>
            <a:endParaRPr lang="pt-BR" sz="12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de Slides — NeuralMind.ai — editável</dc:title>
  <dc:subject>Fundos fiéis ao HTML/CSS com caixas de texto editáveis</dc:subject>
  <dc:creator>NeuralMind.ai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