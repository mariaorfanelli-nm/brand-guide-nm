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9144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 família NeuralMind Sans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renderizado HTML" descr="kleber-event-social-background-1080x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ipo"/>
          <p:cNvSpPr txBox="1"/>
          <p:nvPr/>
        </p:nvSpPr>
        <p:spPr>
          <a:xfrm>
            <a:off x="5879592" y="566928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EF476F"/>
                </a:solidFill>
                <a:latin typeface="NeuralMind Sans Square"/>
              </a:rPr>
              <a:t>EVENTO</a:t>
            </a:r>
            <a:endParaRPr lang="pt-BR" sz="1200"/>
          </a:p>
        </p:txBody>
      </p:sp>
      <p:sp>
        <p:nvSpPr>
          <p:cNvPr id="4" name="Data e horário"/>
          <p:cNvSpPr txBox="1"/>
          <p:nvPr/>
        </p:nvSpPr>
        <p:spPr>
          <a:xfrm>
            <a:off x="5230368" y="914400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>
                <a:solidFill>
                  <a:srgbClr val="FFFFFC"/>
                </a:solidFill>
                <a:latin typeface="NeuralMind Sans Square"/>
              </a:rPr>
              <a:t>Data · horário</a:t>
            </a:r>
            <a:endParaRPr lang="pt-BR" sz="1600"/>
          </a:p>
        </p:txBody>
      </p:sp>
      <p:sp>
        <p:nvSpPr>
          <p:cNvPr id="5" name="Chamada"/>
          <p:cNvSpPr txBox="1"/>
          <p:nvPr/>
        </p:nvSpPr>
        <p:spPr>
          <a:xfrm>
            <a:off x="594360" y="44348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1">
                <a:solidFill>
                  <a:srgbClr val="EF476F"/>
                </a:solidFill>
                <a:latin typeface="NeuralMind Sans Square"/>
              </a:rPr>
              <a:t>PARTICIPAÇÃO CONFIRMADA</a:t>
            </a:r>
            <a:endParaRPr lang="pt-BR" sz="1400"/>
          </a:p>
        </p:txBody>
      </p:sp>
      <p:sp>
        <p:nvSpPr>
          <p:cNvPr id="6" name="Tema"/>
          <p:cNvSpPr txBox="1"/>
          <p:nvPr/>
        </p:nvSpPr>
        <p:spPr>
          <a:xfrm>
            <a:off x="594360" y="4919472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4800" b="0">
                <a:solidFill>
                  <a:srgbClr val="FFFFFC"/>
                </a:solidFill>
                <a:latin typeface="NeuralMind Sans Square"/>
              </a:rPr>
              <a:t>Tema da</a:t>
            </a:r>
            <a:endParaRPr lang="pt-BR" sz="480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4800" b="0">
                <a:solidFill>
                  <a:srgbClr val="FFFFFC"/>
                </a:solidFill>
                <a:latin typeface="NeuralMind Sans Square"/>
              </a:rPr>
              <a:t>participação</a:t>
            </a:r>
            <a:endParaRPr lang="pt-BR" sz="480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4800" b="0">
                <a:solidFill>
                  <a:srgbClr val="FFFFFC"/>
                </a:solidFill>
                <a:latin typeface="NeuralMind Sans Square"/>
              </a:rPr>
              <a:t>no evento.</a:t>
            </a:r>
            <a:endParaRPr lang="pt-BR" sz="4800"/>
          </a:p>
        </p:txBody>
      </p:sp>
      <p:sp>
        <p:nvSpPr>
          <p:cNvPr id="7" name="Nome"/>
          <p:cNvSpPr txBox="1"/>
          <p:nvPr/>
        </p:nvSpPr>
        <p:spPr>
          <a:xfrm>
            <a:off x="594360" y="6839712"/>
            <a:ext cx="5394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2500" b="0">
                <a:solidFill>
                  <a:srgbClr val="FFFFFC"/>
                </a:solidFill>
                <a:latin typeface="NeuralMind Sans Square"/>
              </a:rPr>
              <a:t>Kleber Edurado</a:t>
            </a:r>
            <a:endParaRPr lang="pt-BR" sz="250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2500" b="0">
                <a:solidFill>
                  <a:srgbClr val="FFFFFC"/>
                </a:solidFill>
                <a:latin typeface="NeuralMind Sans Square"/>
              </a:rPr>
              <a:t>Vicente dos Santos</a:t>
            </a:r>
            <a:endParaRPr lang="pt-BR" sz="2500"/>
          </a:p>
        </p:txBody>
      </p:sp>
      <p:sp>
        <p:nvSpPr>
          <p:cNvPr id="8" name="Cargo"/>
          <p:cNvSpPr txBox="1"/>
          <p:nvPr/>
        </p:nvSpPr>
        <p:spPr>
          <a:xfrm>
            <a:off x="594360" y="7552944"/>
            <a:ext cx="53035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C8C0CD"/>
                </a:solidFill>
                <a:latin typeface="NeuralMind Sans Square"/>
              </a:rPr>
              <a:t>HEAD DE INOVAÇÃO, PRODUTOS E</a:t>
            </a:r>
            <a:endParaRPr lang="pt-BR" sz="120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C8C0CD"/>
                </a:solidFill>
                <a:latin typeface="NeuralMind Sans Square"/>
              </a:rPr>
              <a:t>DESENVOLVIMENTO DE NEGÓCIOS</a:t>
            </a:r>
            <a:endParaRPr lang="pt-BR" sz="1200"/>
          </a:p>
        </p:txBody>
      </p:sp>
      <p:sp>
        <p:nvSpPr>
          <p:cNvPr id="9" name="Evento e local"/>
          <p:cNvSpPr txBox="1"/>
          <p:nvPr/>
        </p:nvSpPr>
        <p:spPr>
          <a:xfrm>
            <a:off x="594360" y="8339327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C8C0CD"/>
                </a:solidFill>
                <a:latin typeface="NeuralMind Sans Square"/>
              </a:rPr>
              <a:t>NOME DO EVENTO · LOCAL</a:t>
            </a:r>
            <a:endParaRPr lang="pt-BR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Slides — NeuralMind.AI — editável</dc:title>
  <dc:subject>Fundos fiéis ao HTML/CSS com caixas de texto editáveis</dc:subject>
  <dc:creator>NeuralMind.AI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