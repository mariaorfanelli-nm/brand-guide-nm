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Capa.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Divisor de seção.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Verticais.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Produto com mockup.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Manifesto.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Título e lista.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Métrica.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Processo.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Encerramento.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Foto e statement.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Fundadores.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Encerramento com equipe.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Processo em três etapas.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Arquitetura de produto.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Encerramento com perfil executivo — roxo.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NeuralMind.ai — Encerramento com perfil executivo — branco.</a:t>
            </a:r>
          </a:p>
          <a:p>
            <a:r>
              <a:t>Este slide preserva com fidelidade a renderização do modelo HTML/CSS.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 Slides — NeuralMind.ai — versão fiel</dc:title>
  <dc:subject>Renderização fiel dos 16 templates HTML/CSS em formato 16:9</dc:subject>
  <dc:creator>NeuralMind.ai</dc:creator>
  <cp:keywords/>
  <dc:description>Slides renderizados diretamente do brand guide digital.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